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2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43E272-5507-EA15-5686-19DE76779D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8B2B58C-B5AA-9210-4947-0B3251DA09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9D519D-6AFE-DA2E-AD2D-4CEE8060C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9BD86-6199-4B46-B76E-7831F1D2F273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7C8628-353F-BD5E-CAE5-6503196C3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43AAF3-5534-0B9A-56E0-C175B6E84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41D5B-FDBD-4796-9DA4-E2A4D7406A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044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1A80A1-E3F4-9D9D-8A1A-D9ACFBD0B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BEE61A-66E4-3F18-5ED0-A672A052C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844437-B80A-5DF1-25A5-86D341E2F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9BD86-6199-4B46-B76E-7831F1D2F273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77944F-6DA9-0286-C709-F19E44845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0416EF-36C1-6808-700C-3088DA3E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41D5B-FDBD-4796-9DA4-E2A4D7406A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973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C04D25-9143-BED5-4EFB-79A75A70B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405BC7-0FA3-9B75-EF0C-9D38DDE48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47D4A9-833C-DE7C-0615-135E8DB82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9BD86-6199-4B46-B76E-7831F1D2F273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DF1C49-642D-362D-2388-16F494F59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AF5A1F-4FCD-69F9-CF3F-93734249B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41D5B-FDBD-4796-9DA4-E2A4D7406A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6708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1673B5-852E-0AB6-65D9-FBF561EB9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62903B-8CEA-6015-C1FE-0D6D40656F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3B455E3-1251-06DC-4681-71C9E3C11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862904-F907-A6B5-DA80-A954CC018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9BD86-6199-4B46-B76E-7831F1D2F273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E84F15-493F-823C-6CD1-9877E6AA3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F08122-605A-BC4E-1539-6E9D4C67E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41D5B-FDBD-4796-9DA4-E2A4D7406A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02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64ECBA-6303-D06A-B591-603B05F54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A9DB1A-0AEE-B11F-6D04-BB0E13137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645BDD6-5FA5-0236-E341-5995890009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6DB4930-F94E-7DE1-E5FB-FD51F78C8D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5099577-7381-F39B-F5B6-277DF141E9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FE02F6C-FB96-2202-59AD-856181FC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9BD86-6199-4B46-B76E-7831F1D2F273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61AB871-C5B1-AECE-3B92-9D1DDABD8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D577432-5C5A-05C3-B86D-6E8F16EE4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41D5B-FDBD-4796-9DA4-E2A4D7406A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0090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9CFF3E-C50A-DA65-25C9-C05291D99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E61D556-E34C-EA52-151D-6D6DFA49C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9BD86-6199-4B46-B76E-7831F1D2F273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6488923-7A37-E036-0AFA-487834851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BE0CB42-8587-E4F8-25F5-B9098B6E6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41D5B-FDBD-4796-9DA4-E2A4D7406A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6635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95DB6CE-A220-986D-724F-97C419019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9BD86-6199-4B46-B76E-7831F1D2F273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157ABBE-F3EF-3257-5C4D-A7AF299F1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927A56-DB99-B452-6ADB-4AFFF1D00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41D5B-FDBD-4796-9DA4-E2A4D7406A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4684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C08F31-38C9-CC82-AD01-2A5597503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5108A1-2DD5-CEA4-802D-FBF821378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62F1D0-CD24-1E89-14C5-636BEE1316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0677798-FF94-E448-F42B-88D1088A7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9BD86-6199-4B46-B76E-7831F1D2F273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F06D76F-3AB5-1765-F796-3BEF369B2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57D474-BCAA-EFDA-81FB-7A566F647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41D5B-FDBD-4796-9DA4-E2A4D7406A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9718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497DD0-430D-631C-F295-19B94D0A1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3DE901B-CBCB-49D9-0117-FDC027B362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D8FCF05-608B-0A34-5D91-56E059AF32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8323D3-5644-ABE7-F4C3-90F95A986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9BD86-6199-4B46-B76E-7831F1D2F273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A58984-E600-2601-D818-D14C4BC92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5DC9AE-83FA-2D29-827E-5BE816F9E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41D5B-FDBD-4796-9DA4-E2A4D7406A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5456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FF50E5-ECCE-979A-6B12-FE7661D66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8ED2012-D2E8-9C30-22B1-B3A84EF79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79A751-4044-C9BB-CC77-F4B80304F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9BD86-6199-4B46-B76E-7831F1D2F273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F99858-B4F9-479C-6B1B-1AFE58FFF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EB6854-3517-87D0-189E-936837B4F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41D5B-FDBD-4796-9DA4-E2A4D7406A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8506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4413209-2380-F932-2830-7DDA071D3D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36D3E6B-0E76-14EF-DE14-8C648C6F47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A13A2C-D785-E324-CF31-902D3A783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9BD86-6199-4B46-B76E-7831F1D2F273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E8EE0A-92A7-A15B-9265-8FCEFFCDD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D7DE04-27AF-AA38-E3A5-9AAB0F603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41D5B-FDBD-4796-9DA4-E2A4D7406A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4810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8EE86CC-1EFE-E4EC-C780-91B0D1625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A3097E-7FDC-991E-8A78-44168E467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08C31F-AB82-0E6D-E3BB-DD097B945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9BD86-6199-4B46-B76E-7831F1D2F273}" type="datetimeFigureOut">
              <a:rPr lang="zh-CN" altLang="en-US" smtClean="0"/>
              <a:t>2025/11/11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99548F-C9F9-0531-F209-0742E9B370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DA2569-0F36-1F8E-A100-51FBE722EE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41D5B-FDBD-4796-9DA4-E2A4D7406A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20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80AB73-F3F8-E4FE-7DD4-1150C3D2CC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AFFA301-76CF-17DF-7298-CBC125C7CF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CCCC15C-D2AC-98EE-30CB-772D11EEB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798"/>
            <a:ext cx="12192000" cy="680840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31E39E3-2519-50EE-DF1B-F163EDFBCA33}"/>
              </a:ext>
            </a:extLst>
          </p:cNvPr>
          <p:cNvSpPr/>
          <p:nvPr/>
        </p:nvSpPr>
        <p:spPr>
          <a:xfrm>
            <a:off x="245533" y="448733"/>
            <a:ext cx="6019800" cy="5815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600" dirty="0" err="1">
                <a:solidFill>
                  <a:schemeClr val="tx1"/>
                </a:solidFill>
                <a:latin typeface="Rockwell" panose="02060603020205020403" pitchFamily="18" charset="0"/>
                <a:ea typeface="黑体" panose="02010609060101010101" pitchFamily="49" charset="-122"/>
              </a:rPr>
              <a:t>gForce</a:t>
            </a:r>
            <a:r>
              <a:rPr lang="en-US" altLang="zh-CN" sz="3600" dirty="0">
                <a:solidFill>
                  <a:schemeClr val="tx1"/>
                </a:solidFill>
                <a:latin typeface="Rockwell" panose="02060603020205020403" pitchFamily="18" charset="0"/>
                <a:ea typeface="黑体" panose="02010609060101010101" pitchFamily="49" charset="-122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latin typeface="Rockwell" panose="02060603020205020403" pitchFamily="18" charset="0"/>
                <a:ea typeface="黑体" panose="02010609060101010101" pitchFamily="49" charset="-122"/>
              </a:rPr>
              <a:t>和 </a:t>
            </a:r>
            <a:r>
              <a:rPr lang="en-US" altLang="zh-CN" sz="3600" dirty="0">
                <a:solidFill>
                  <a:schemeClr val="tx1"/>
                </a:solidFill>
                <a:latin typeface="Rockwell" panose="02060603020205020403" pitchFamily="18" charset="0"/>
                <a:ea typeface="黑体" panose="02010609060101010101" pitchFamily="49" charset="-122"/>
              </a:rPr>
              <a:t>Arduino</a:t>
            </a:r>
            <a:endParaRPr lang="zh-CN" altLang="en-US" sz="3600" dirty="0">
              <a:solidFill>
                <a:schemeClr val="tx1"/>
              </a:solidFill>
              <a:latin typeface="Rockwell" panose="02060603020205020403" pitchFamily="18" charset="0"/>
              <a:ea typeface="黑体" panose="02010609060101010101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A326C1E-63EB-2C2B-61CC-738F9CAFB694}"/>
              </a:ext>
            </a:extLst>
          </p:cNvPr>
          <p:cNvSpPr/>
          <p:nvPr/>
        </p:nvSpPr>
        <p:spPr>
          <a:xfrm>
            <a:off x="1625600" y="4978400"/>
            <a:ext cx="10151533" cy="371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 err="1">
                <a:solidFill>
                  <a:schemeClr val="tx1"/>
                </a:solidFill>
                <a:latin typeface="Rockwell" panose="02060603020205020403" pitchFamily="18" charset="0"/>
                <a:ea typeface="黑体" panose="02010609060101010101" pitchFamily="49" charset="-122"/>
              </a:rPr>
              <a:t>gForce</a:t>
            </a:r>
            <a:r>
              <a:rPr lang="en-US" altLang="zh-CN" sz="2000" dirty="0">
                <a:solidFill>
                  <a:schemeClr val="tx1"/>
                </a:solidFill>
                <a:latin typeface="Rockwell" panose="02060603020205020403" pitchFamily="18" charset="0"/>
                <a:ea typeface="黑体" panose="02010609060101010101" pitchFamily="49" charset="-122"/>
              </a:rPr>
              <a:t>-Joint </a:t>
            </a:r>
            <a:r>
              <a:rPr lang="zh-CN" altLang="en-US" sz="2000" dirty="0">
                <a:solidFill>
                  <a:schemeClr val="tx1"/>
                </a:solidFill>
                <a:latin typeface="Rockwell" panose="02060603020205020403" pitchFamily="18" charset="0"/>
                <a:ea typeface="黑体" panose="02010609060101010101" pitchFamily="49" charset="-122"/>
              </a:rPr>
              <a:t>作为蓝牙中心设备，可自动与 </a:t>
            </a:r>
            <a:r>
              <a:rPr lang="en-US" altLang="zh-CN" sz="2000" dirty="0" err="1">
                <a:solidFill>
                  <a:schemeClr val="tx1"/>
                </a:solidFill>
                <a:latin typeface="Rockwell" panose="02060603020205020403" pitchFamily="18" charset="0"/>
                <a:ea typeface="黑体" panose="02010609060101010101" pitchFamily="49" charset="-122"/>
              </a:rPr>
              <a:t>gForce</a:t>
            </a:r>
            <a:r>
              <a:rPr lang="en-US" altLang="zh-CN" sz="2000" dirty="0">
                <a:solidFill>
                  <a:schemeClr val="tx1"/>
                </a:solidFill>
                <a:latin typeface="Rockwell" panose="02060603020205020403" pitchFamily="18" charset="0"/>
                <a:ea typeface="黑体" panose="02010609060101010101" pitchFamily="49" charset="-122"/>
              </a:rPr>
              <a:t>-Pro </a:t>
            </a:r>
            <a:r>
              <a:rPr lang="zh-CN" altLang="en-US" sz="2000" dirty="0">
                <a:solidFill>
                  <a:schemeClr val="tx1"/>
                </a:solidFill>
                <a:latin typeface="Rockwell" panose="02060603020205020403" pitchFamily="18" charset="0"/>
                <a:ea typeface="黑体" panose="02010609060101010101" pitchFamily="49" charset="-122"/>
              </a:rPr>
              <a:t>建立连接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B571DBA-48FA-7E28-809C-14462C5FB6DD}"/>
              </a:ext>
            </a:extLst>
          </p:cNvPr>
          <p:cNvSpPr/>
          <p:nvPr/>
        </p:nvSpPr>
        <p:spPr>
          <a:xfrm>
            <a:off x="1625600" y="5469467"/>
            <a:ext cx="7924800" cy="2661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 err="1">
                <a:solidFill>
                  <a:schemeClr val="tx1"/>
                </a:solidFill>
                <a:latin typeface="Rockwell" panose="02060603020205020403" pitchFamily="18" charset="0"/>
              </a:rPr>
              <a:t>gForce</a:t>
            </a:r>
            <a:r>
              <a:rPr lang="en-US" altLang="zh-CN" sz="2000" dirty="0">
                <a:solidFill>
                  <a:schemeClr val="tx1"/>
                </a:solidFill>
                <a:latin typeface="Rockwell" panose="02060603020205020403" pitchFamily="18" charset="0"/>
              </a:rPr>
              <a:t>-Pro 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将手势编号和四元数值发送至</a:t>
            </a:r>
            <a:r>
              <a:rPr lang="zh-CN" altLang="en-US" sz="2000" dirty="0">
                <a:solidFill>
                  <a:schemeClr val="tx1"/>
                </a:solidFill>
                <a:latin typeface="Rockwell" panose="02060603020205020403" pitchFamily="18" charset="0"/>
              </a:rPr>
              <a:t> </a:t>
            </a:r>
            <a:r>
              <a:rPr lang="en-US" altLang="zh-CN" sz="2000" dirty="0" err="1">
                <a:solidFill>
                  <a:schemeClr val="tx1"/>
                </a:solidFill>
                <a:latin typeface="Rockwell" panose="02060603020205020403" pitchFamily="18" charset="0"/>
              </a:rPr>
              <a:t>gForce</a:t>
            </a:r>
            <a:r>
              <a:rPr lang="en-US" altLang="zh-CN" sz="2000" dirty="0">
                <a:solidFill>
                  <a:schemeClr val="tx1"/>
                </a:solidFill>
                <a:latin typeface="Rockwell" panose="02060603020205020403" pitchFamily="18" charset="0"/>
              </a:rPr>
              <a:t>-Joint</a:t>
            </a:r>
            <a:endParaRPr lang="zh-CN" altLang="en-US" sz="2000" dirty="0">
              <a:solidFill>
                <a:schemeClr val="tx1"/>
              </a:solidFill>
              <a:latin typeface="Rockwell" panose="02060603020205020403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E82B1A-2B81-5652-37D3-C8DB936A2FD4}"/>
              </a:ext>
            </a:extLst>
          </p:cNvPr>
          <p:cNvSpPr/>
          <p:nvPr/>
        </p:nvSpPr>
        <p:spPr>
          <a:xfrm>
            <a:off x="1625600" y="5855229"/>
            <a:ext cx="10490200" cy="371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 err="1">
                <a:solidFill>
                  <a:schemeClr val="tx1"/>
                </a:solidFill>
                <a:latin typeface="Rockwell" panose="02060603020205020403" pitchFamily="18" charset="0"/>
              </a:rPr>
              <a:t>gForce</a:t>
            </a:r>
            <a:r>
              <a:rPr lang="en-US" altLang="zh-CN" sz="2000" dirty="0">
                <a:solidFill>
                  <a:schemeClr val="tx1"/>
                </a:solidFill>
                <a:latin typeface="Rockwell" panose="02060603020205020403" pitchFamily="18" charset="0"/>
              </a:rPr>
              <a:t>-Joint 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通过其</a:t>
            </a:r>
            <a:r>
              <a:rPr lang="en-US" altLang="zh-CN" sz="2000" dirty="0">
                <a:solidFill>
                  <a:schemeClr val="tx1"/>
                </a:solidFill>
                <a:latin typeface="Rockwell" panose="02060603020205020403" pitchFamily="18" charset="0"/>
                <a:ea typeface="黑体" panose="02010609060101010101" pitchFamily="49" charset="-122"/>
              </a:rPr>
              <a:t>COM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端口（</a:t>
            </a:r>
            <a:r>
              <a:rPr lang="en-US" altLang="zh-CN" sz="2000" dirty="0">
                <a:solidFill>
                  <a:schemeClr val="tx1"/>
                </a:solidFill>
                <a:latin typeface="Rockwell" panose="02060603020205020403" pitchFamily="18" charset="0"/>
                <a:ea typeface="黑体" panose="02010609060101010101" pitchFamily="49" charset="-122"/>
              </a:rPr>
              <a:t>TX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）转发接收到的手势编号和四元数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90EF2C8-6757-CC43-B23A-1A67F9837725}"/>
              </a:ext>
            </a:extLst>
          </p:cNvPr>
          <p:cNvSpPr/>
          <p:nvPr/>
        </p:nvSpPr>
        <p:spPr>
          <a:xfrm>
            <a:off x="1625600" y="6284947"/>
            <a:ext cx="8339667" cy="3714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>
                <a:solidFill>
                  <a:schemeClr val="tx1"/>
                </a:solidFill>
                <a:latin typeface="Rockwell" panose="02060603020205020403" pitchFamily="18" charset="0"/>
                <a:ea typeface="黑体" panose="02010609060101010101" pitchFamily="49" charset="-122"/>
              </a:rPr>
              <a:t>Arduino 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通过其</a:t>
            </a:r>
            <a:r>
              <a:rPr lang="en-US" altLang="zh-CN" sz="2000" dirty="0">
                <a:solidFill>
                  <a:schemeClr val="tx1"/>
                </a:solidFill>
                <a:latin typeface="Rockwell" panose="02060603020205020403" pitchFamily="18" charset="0"/>
                <a:ea typeface="黑体" panose="02010609060101010101" pitchFamily="49" charset="-122"/>
              </a:rPr>
              <a:t>COM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端口（</a:t>
            </a:r>
            <a:r>
              <a:rPr lang="en-US" altLang="zh-CN" sz="2000" dirty="0">
                <a:solidFill>
                  <a:schemeClr val="tx1"/>
                </a:solidFill>
                <a:latin typeface="Rockwell" panose="02060603020205020403" pitchFamily="18" charset="0"/>
                <a:ea typeface="黑体" panose="02010609060101010101" pitchFamily="49" charset="-122"/>
              </a:rPr>
              <a:t>RX</a:t>
            </a:r>
            <a:r>
              <a:rPr lang="zh-CN" altLang="en-US" sz="2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）获取手势编号和四元数</a:t>
            </a:r>
          </a:p>
        </p:txBody>
      </p:sp>
    </p:spTree>
    <p:extLst>
      <p:ext uri="{BB962C8B-B14F-4D97-AF65-F5344CB8AC3E}">
        <p14:creationId xmlns:p14="http://schemas.microsoft.com/office/powerpoint/2010/main" val="737274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55</Words>
  <Application>Microsoft Office PowerPoint</Application>
  <PresentationFormat>宽屏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黑体</vt:lpstr>
      <vt:lpstr>Arial</vt:lpstr>
      <vt:lpstr>Rockwell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jiamu wei</dc:creator>
  <cp:lastModifiedBy>jiamu wei</cp:lastModifiedBy>
  <cp:revision>2</cp:revision>
  <dcterms:created xsi:type="dcterms:W3CDTF">2025-11-11T08:16:48Z</dcterms:created>
  <dcterms:modified xsi:type="dcterms:W3CDTF">2025-11-11T08:41:11Z</dcterms:modified>
</cp:coreProperties>
</file>